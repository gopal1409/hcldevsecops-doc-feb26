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F3B96-A96C-4D44-96CC-3210A1782E3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08263-EC74-4AA9-992A-8A3F5CCE8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298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F3B96-A96C-4D44-96CC-3210A1782E3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08263-EC74-4AA9-992A-8A3F5CCE8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309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F3B96-A96C-4D44-96CC-3210A1782E3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08263-EC74-4AA9-992A-8A3F5CCE8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929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F3B96-A96C-4D44-96CC-3210A1782E3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08263-EC74-4AA9-992A-8A3F5CCE8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9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F3B96-A96C-4D44-96CC-3210A1782E3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08263-EC74-4AA9-992A-8A3F5CCE8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858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F3B96-A96C-4D44-96CC-3210A1782E3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08263-EC74-4AA9-992A-8A3F5CCE8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649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F3B96-A96C-4D44-96CC-3210A1782E3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08263-EC74-4AA9-992A-8A3F5CCE8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257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F3B96-A96C-4D44-96CC-3210A1782E3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08263-EC74-4AA9-992A-8A3F5CCE8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606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F3B96-A96C-4D44-96CC-3210A1782E3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08263-EC74-4AA9-992A-8A3F5CCE8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85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F3B96-A96C-4D44-96CC-3210A1782E3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08263-EC74-4AA9-992A-8A3F5CCE8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324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F3B96-A96C-4D44-96CC-3210A1782E3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08263-EC74-4AA9-992A-8A3F5CCE8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336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F3B96-A96C-4D44-96CC-3210A1782E3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B08263-EC74-4AA9-992A-8A3F5CCE8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343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Enterprise </a:t>
            </a:r>
            <a:r>
              <a:rPr lang="en-US" dirty="0" err="1" smtClean="0"/>
              <a:t>DevSecOps</a:t>
            </a:r>
            <a:r>
              <a:rPr lang="en-US" dirty="0" smtClean="0"/>
              <a:t> pipeline design using GitHub Actions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388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Security scans are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mandatory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Quality gates block merge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 cannot merge if any job fails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Uses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branch protection + required status checks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Includes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SAST, SCA, Secret scan, Container scan, Build, Test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Supports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(frontend) + Spring Boot (backend)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858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Enterprise </a:t>
            </a:r>
            <a:r>
              <a:rPr lang="en-US" dirty="0" err="1" smtClean="0"/>
              <a:t>DevSecOps</a:t>
            </a:r>
            <a:r>
              <a:rPr lang="en-US" dirty="0" smtClean="0"/>
              <a:t> Workflow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829" y="2094807"/>
            <a:ext cx="10746971" cy="4596938"/>
          </a:xfrm>
        </p:spPr>
        <p:txBody>
          <a:bodyPr>
            <a:normAutofit fontScale="25000" lnSpcReduction="20000"/>
          </a:bodyPr>
          <a:lstStyle/>
          <a:p>
            <a:r>
              <a:rPr lang="en-US" dirty="0" smtClean="0"/>
              <a:t>Developer</a:t>
            </a:r>
          </a:p>
          <a:p>
            <a:r>
              <a:rPr lang="en-US" dirty="0" smtClean="0"/>
              <a:t>   │</a:t>
            </a:r>
          </a:p>
          <a:p>
            <a:r>
              <a:rPr lang="en-US" dirty="0" smtClean="0"/>
              <a:t>   │ </a:t>
            </a:r>
            <a:r>
              <a:rPr lang="en-US" dirty="0" err="1" smtClean="0"/>
              <a:t>git</a:t>
            </a:r>
            <a:r>
              <a:rPr lang="en-US" dirty="0" smtClean="0"/>
              <a:t> push / PR</a:t>
            </a:r>
          </a:p>
          <a:p>
            <a:r>
              <a:rPr lang="en-US" dirty="0" smtClean="0"/>
              <a:t>   ▼</a:t>
            </a:r>
          </a:p>
          <a:p>
            <a:r>
              <a:rPr lang="en-US" dirty="0" smtClean="0"/>
              <a:t>GitHub Pull Request</a:t>
            </a:r>
          </a:p>
          <a:p>
            <a:r>
              <a:rPr lang="en-US" dirty="0" smtClean="0"/>
              <a:t>   │</a:t>
            </a:r>
          </a:p>
          <a:p>
            <a:r>
              <a:rPr lang="en-US" dirty="0" smtClean="0"/>
              <a:t>   ▼</a:t>
            </a:r>
          </a:p>
          <a:p>
            <a:r>
              <a:rPr lang="en-US" dirty="0" smtClean="0"/>
              <a:t>GitHub Actions Pipeline</a:t>
            </a:r>
          </a:p>
          <a:p>
            <a:r>
              <a:rPr lang="en-US" dirty="0" smtClean="0"/>
              <a:t>   │</a:t>
            </a:r>
          </a:p>
          <a:p>
            <a:r>
              <a:rPr lang="en-US" dirty="0" smtClean="0"/>
              <a:t>   ├── Code Quality</a:t>
            </a:r>
          </a:p>
          <a:p>
            <a:r>
              <a:rPr lang="en-US" dirty="0" smtClean="0"/>
              <a:t>   │      ├ </a:t>
            </a:r>
            <a:r>
              <a:rPr lang="en-US" dirty="0" err="1" smtClean="0"/>
              <a:t>ESLint</a:t>
            </a:r>
            <a:endParaRPr lang="en-US" dirty="0" smtClean="0"/>
          </a:p>
          <a:p>
            <a:r>
              <a:rPr lang="en-US" dirty="0" smtClean="0"/>
              <a:t>   │      └ </a:t>
            </a:r>
            <a:r>
              <a:rPr lang="en-US" dirty="0" err="1" smtClean="0"/>
              <a:t>Checkstyle</a:t>
            </a:r>
            <a:endParaRPr lang="en-US" dirty="0" smtClean="0"/>
          </a:p>
          <a:p>
            <a:r>
              <a:rPr lang="en-US" dirty="0" smtClean="0"/>
              <a:t>   │</a:t>
            </a:r>
          </a:p>
          <a:p>
            <a:r>
              <a:rPr lang="en-US" dirty="0" smtClean="0"/>
              <a:t>   ├── SAST</a:t>
            </a:r>
          </a:p>
          <a:p>
            <a:r>
              <a:rPr lang="en-US" dirty="0" smtClean="0"/>
              <a:t>   │      └ </a:t>
            </a:r>
            <a:r>
              <a:rPr lang="en-US" dirty="0" err="1" smtClean="0"/>
              <a:t>CodeQL</a:t>
            </a:r>
            <a:r>
              <a:rPr lang="en-US" dirty="0" smtClean="0"/>
              <a:t> / </a:t>
            </a:r>
            <a:r>
              <a:rPr lang="en-US" dirty="0" err="1" smtClean="0"/>
              <a:t>AppScan</a:t>
            </a:r>
            <a:r>
              <a:rPr lang="en-US" dirty="0" smtClean="0"/>
              <a:t> </a:t>
            </a:r>
            <a:r>
              <a:rPr lang="en-US" dirty="0" err="1" smtClean="0"/>
              <a:t>CodeSweep</a:t>
            </a:r>
            <a:endParaRPr lang="en-US" dirty="0" smtClean="0"/>
          </a:p>
          <a:p>
            <a:r>
              <a:rPr lang="en-US" dirty="0" smtClean="0"/>
              <a:t>   │</a:t>
            </a:r>
          </a:p>
          <a:p>
            <a:r>
              <a:rPr lang="en-US" dirty="0" smtClean="0"/>
              <a:t>   ├── SCA</a:t>
            </a:r>
          </a:p>
          <a:p>
            <a:r>
              <a:rPr lang="en-US" dirty="0" smtClean="0"/>
              <a:t>   │      └ Dependency Scan</a:t>
            </a:r>
          </a:p>
          <a:p>
            <a:r>
              <a:rPr lang="en-US" dirty="0" smtClean="0"/>
              <a:t>   │</a:t>
            </a:r>
          </a:p>
          <a:p>
            <a:r>
              <a:rPr lang="en-US" dirty="0" smtClean="0"/>
              <a:t>   ├── Secret Scan</a:t>
            </a:r>
          </a:p>
          <a:p>
            <a:r>
              <a:rPr lang="en-US" dirty="0" smtClean="0"/>
              <a:t>   │      └ </a:t>
            </a:r>
            <a:r>
              <a:rPr lang="en-US" dirty="0" err="1" smtClean="0"/>
              <a:t>Gitleaks</a:t>
            </a:r>
            <a:endParaRPr lang="en-US" dirty="0" smtClean="0"/>
          </a:p>
          <a:p>
            <a:r>
              <a:rPr lang="en-US" dirty="0" smtClean="0"/>
              <a:t>   │</a:t>
            </a:r>
          </a:p>
          <a:p>
            <a:r>
              <a:rPr lang="en-US" dirty="0" smtClean="0"/>
              <a:t>   ├── Build</a:t>
            </a:r>
          </a:p>
          <a:p>
            <a:r>
              <a:rPr lang="en-US" dirty="0" smtClean="0"/>
              <a:t>   │      ├ React Build</a:t>
            </a:r>
          </a:p>
          <a:p>
            <a:r>
              <a:rPr lang="en-US" dirty="0" smtClean="0"/>
              <a:t>   │      └ Spring Boot Build</a:t>
            </a:r>
          </a:p>
          <a:p>
            <a:r>
              <a:rPr lang="en-US" dirty="0" smtClean="0"/>
              <a:t>   │</a:t>
            </a:r>
          </a:p>
          <a:p>
            <a:r>
              <a:rPr lang="en-US" dirty="0" smtClean="0"/>
              <a:t>   ├── Unit Tests</a:t>
            </a:r>
          </a:p>
          <a:p>
            <a:r>
              <a:rPr lang="en-US" dirty="0" smtClean="0"/>
              <a:t>   │</a:t>
            </a:r>
          </a:p>
          <a:p>
            <a:r>
              <a:rPr lang="en-US" dirty="0" smtClean="0"/>
              <a:t>   ├── Container Scan</a:t>
            </a:r>
          </a:p>
          <a:p>
            <a:r>
              <a:rPr lang="en-US" dirty="0" smtClean="0"/>
              <a:t>   │      └ </a:t>
            </a:r>
            <a:r>
              <a:rPr lang="en-US" dirty="0" err="1" smtClean="0"/>
              <a:t>Trivy</a:t>
            </a:r>
            <a:endParaRPr lang="en-US" dirty="0" smtClean="0"/>
          </a:p>
          <a:p>
            <a:r>
              <a:rPr lang="en-US" dirty="0" smtClean="0"/>
              <a:t>   │</a:t>
            </a:r>
          </a:p>
          <a:p>
            <a:r>
              <a:rPr lang="en-US" dirty="0" smtClean="0"/>
              <a:t>   └ Artifact Upload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585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Enterprise Branching Strategy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main        → Production</a:t>
            </a:r>
          </a:p>
          <a:p>
            <a:r>
              <a:rPr lang="en-US" dirty="0" smtClean="0"/>
              <a:t>release     → UAT</a:t>
            </a:r>
          </a:p>
          <a:p>
            <a:r>
              <a:rPr lang="en-US" dirty="0" smtClean="0"/>
              <a:t>develop     → QA</a:t>
            </a:r>
          </a:p>
          <a:p>
            <a:r>
              <a:rPr lang="en-US" dirty="0" smtClean="0"/>
              <a:t>feature/*   → Developer branches</a:t>
            </a:r>
          </a:p>
          <a:p>
            <a:r>
              <a:rPr lang="en-US" dirty="0" smtClean="0"/>
              <a:t>Flow</a:t>
            </a:r>
          </a:p>
          <a:p>
            <a:r>
              <a:rPr lang="en-US" dirty="0" smtClean="0"/>
              <a:t>feature → develop → release → main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26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GitHub Branch Protection (Quality Gates)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Repo Settings</a:t>
            </a:r>
          </a:p>
          <a:p>
            <a:r>
              <a:rPr lang="en-US" dirty="0" smtClean="0"/>
              <a:t> → Branches</a:t>
            </a:r>
          </a:p>
          <a:p>
            <a:r>
              <a:rPr lang="en-US" dirty="0" smtClean="0"/>
              <a:t> → Add Branch Protection Rule</a:t>
            </a:r>
          </a:p>
          <a:p>
            <a:r>
              <a:rPr lang="en-US" dirty="0" smtClean="0"/>
              <a:t>Branch:</a:t>
            </a:r>
          </a:p>
          <a:p>
            <a:r>
              <a:rPr lang="en-US" dirty="0" smtClean="0"/>
              <a:t>Main</a:t>
            </a:r>
          </a:p>
          <a:p>
            <a:r>
              <a:rPr lang="en-US" dirty="0" smtClean="0"/>
              <a:t>✔ Require pull request before merging</a:t>
            </a:r>
          </a:p>
          <a:p>
            <a:r>
              <a:rPr lang="en-US" dirty="0" smtClean="0"/>
              <a:t>✔ Require approvals (2 reviewers)</a:t>
            </a:r>
          </a:p>
          <a:p>
            <a:r>
              <a:rPr lang="en-US" dirty="0" smtClean="0"/>
              <a:t>✔ Require status checks to pass</a:t>
            </a:r>
          </a:p>
          <a:p>
            <a:r>
              <a:rPr lang="en-US" dirty="0" smtClean="0"/>
              <a:t>✔ Require conversation resolution</a:t>
            </a:r>
          </a:p>
          <a:p>
            <a:r>
              <a:rPr lang="en-US" dirty="0" smtClean="0"/>
              <a:t>✔ Require branches up to date</a:t>
            </a:r>
          </a:p>
          <a:p>
            <a:r>
              <a:rPr lang="en-US" dirty="0" smtClean="0"/>
              <a:t>✔ Include administrators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531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Required status checks: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security-scan</a:t>
            </a:r>
          </a:p>
          <a:p>
            <a:r>
              <a:rPr lang="en-US" dirty="0" smtClean="0"/>
              <a:t>build</a:t>
            </a:r>
          </a:p>
          <a:p>
            <a:r>
              <a:rPr lang="en-US" dirty="0" smtClean="0"/>
              <a:t>unit-test</a:t>
            </a:r>
          </a:p>
          <a:p>
            <a:r>
              <a:rPr lang="en-US" dirty="0" smtClean="0"/>
              <a:t>container-scan</a:t>
            </a:r>
          </a:p>
          <a:p>
            <a:r>
              <a:rPr lang="en-US" dirty="0" smtClean="0"/>
              <a:t>dependency-scan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665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Enterprise Quality Gate Logic</a:t>
            </a:r>
            <a:br>
              <a:rPr lang="en-US" dirty="0" smtClean="0"/>
            </a:br>
            <a:r>
              <a:rPr lang="en-US" dirty="0" smtClean="0"/>
              <a:t>merged allow only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2721134"/>
          <a:ext cx="10515600" cy="256032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Stage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Must Pass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Secret Scan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Build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Unit 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Container Scan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4581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 Enterprise Deployment Approval Gate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862521"/>
            <a:ext cx="3894656" cy="2277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GitHub Environment.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Settings</a:t>
            </a:r>
            <a:b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→ Environments</a:t>
            </a:r>
            <a:b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→ production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Enable: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Required Reviewers</a:t>
            </a:r>
            <a:b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DevOps Team</a:t>
            </a:r>
            <a:b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Security Team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Pipeline step: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environment:</a:t>
            </a:r>
            <a:b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name: production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 panose="020B0604020202020204" pitchFamily="34" charset="-128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 smtClean="0"/>
              <a:t>Deployment </a:t>
            </a:r>
            <a:r>
              <a:rPr lang="en-US" sz="1800" b="1" dirty="0" smtClean="0"/>
              <a:t>requires manual approval</a:t>
            </a:r>
            <a:r>
              <a:rPr lang="en-US" sz="1800" dirty="0" smtClean="0"/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500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Enterprise </a:t>
            </a:r>
            <a:r>
              <a:rPr lang="en-US" dirty="0" err="1" smtClean="0"/>
              <a:t>DevSecOps</a:t>
            </a:r>
            <a:r>
              <a:rPr lang="en-US" dirty="0" smtClean="0"/>
              <a:t> 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 smtClean="0"/>
              <a:t>Developer Push</a:t>
            </a:r>
          </a:p>
          <a:p>
            <a:r>
              <a:rPr lang="en-US" dirty="0" smtClean="0"/>
              <a:t>      │</a:t>
            </a:r>
          </a:p>
          <a:p>
            <a:r>
              <a:rPr lang="en-US" dirty="0" smtClean="0"/>
              <a:t>      ▼</a:t>
            </a:r>
          </a:p>
          <a:p>
            <a:r>
              <a:rPr lang="en-US" dirty="0" smtClean="0"/>
              <a:t>Pull Request</a:t>
            </a:r>
          </a:p>
          <a:p>
            <a:r>
              <a:rPr lang="en-US" dirty="0" smtClean="0"/>
              <a:t>      │</a:t>
            </a:r>
          </a:p>
          <a:p>
            <a:r>
              <a:rPr lang="en-US" dirty="0" smtClean="0"/>
              <a:t>      ▼</a:t>
            </a:r>
          </a:p>
          <a:p>
            <a:r>
              <a:rPr lang="en-US" dirty="0" smtClean="0"/>
              <a:t>GitHub Actions</a:t>
            </a:r>
          </a:p>
          <a:p>
            <a:r>
              <a:rPr lang="en-US" dirty="0" smtClean="0"/>
              <a:t>      │</a:t>
            </a:r>
          </a:p>
          <a:p>
            <a:r>
              <a:rPr lang="en-US" dirty="0" smtClean="0"/>
              <a:t>      ├ Secret Scan</a:t>
            </a:r>
          </a:p>
          <a:p>
            <a:r>
              <a:rPr lang="en-US" dirty="0" smtClean="0"/>
              <a:t>      ├ SAST</a:t>
            </a:r>
          </a:p>
          <a:p>
            <a:r>
              <a:rPr lang="en-US" dirty="0" smtClean="0"/>
              <a:t>      ├ SCA</a:t>
            </a:r>
          </a:p>
          <a:p>
            <a:r>
              <a:rPr lang="en-US" dirty="0" smtClean="0"/>
              <a:t>      ├ Build</a:t>
            </a:r>
          </a:p>
          <a:p>
            <a:r>
              <a:rPr lang="en-US" dirty="0" smtClean="0"/>
              <a:t>      ├ Unit Test</a:t>
            </a:r>
          </a:p>
          <a:p>
            <a:r>
              <a:rPr lang="en-US" dirty="0" smtClean="0"/>
              <a:t>      ├ Docker Build</a:t>
            </a:r>
          </a:p>
          <a:p>
            <a:r>
              <a:rPr lang="en-US" dirty="0" smtClean="0"/>
              <a:t>      ├ Container Scan</a:t>
            </a:r>
          </a:p>
          <a:p>
            <a:r>
              <a:rPr lang="en-US" dirty="0" smtClean="0"/>
              <a:t>      └ Artifact</a:t>
            </a:r>
          </a:p>
          <a:p>
            <a:r>
              <a:rPr lang="en-US" dirty="0" smtClean="0"/>
              <a:t>      │</a:t>
            </a:r>
          </a:p>
          <a:p>
            <a:r>
              <a:rPr lang="en-US" dirty="0" smtClean="0"/>
              <a:t>      ▼</a:t>
            </a:r>
          </a:p>
          <a:p>
            <a:r>
              <a:rPr lang="en-US" dirty="0" smtClean="0"/>
              <a:t>Quality Gate Check</a:t>
            </a:r>
          </a:p>
          <a:p>
            <a:r>
              <a:rPr lang="en-US" dirty="0" smtClean="0"/>
              <a:t>      │</a:t>
            </a:r>
          </a:p>
          <a:p>
            <a:r>
              <a:rPr lang="en-US" dirty="0" smtClean="0"/>
              <a:t>      ├ PASS → Merge Allowed</a:t>
            </a:r>
          </a:p>
          <a:p>
            <a:r>
              <a:rPr lang="en-US" dirty="0" smtClean="0"/>
              <a:t>      └ FAIL → Merge Blocked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492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Makes This </a:t>
            </a:r>
            <a:r>
              <a:rPr lang="en-US" b="1" dirty="0" smtClean="0"/>
              <a:t>Enterprise Grade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✔ Mandatory security scans</a:t>
            </a:r>
            <a:br>
              <a:rPr lang="en-US" dirty="0" smtClean="0"/>
            </a:br>
            <a:r>
              <a:rPr lang="en-US" dirty="0" smtClean="0"/>
              <a:t>✔ PR approval policy</a:t>
            </a:r>
            <a:br>
              <a:rPr lang="en-US" dirty="0" smtClean="0"/>
            </a:br>
            <a:r>
              <a:rPr lang="en-US" dirty="0" smtClean="0"/>
              <a:t>✔ Protected branches</a:t>
            </a:r>
            <a:br>
              <a:rPr lang="en-US" dirty="0" smtClean="0"/>
            </a:br>
            <a:r>
              <a:rPr lang="en-US" dirty="0" smtClean="0"/>
              <a:t>✔ Artifact storage</a:t>
            </a:r>
            <a:br>
              <a:rPr lang="en-US" dirty="0" smtClean="0"/>
            </a:br>
            <a:r>
              <a:rPr lang="en-US" dirty="0" smtClean="0"/>
              <a:t>✔ Container security</a:t>
            </a:r>
            <a:br>
              <a:rPr lang="en-US" dirty="0" smtClean="0"/>
            </a:br>
            <a:r>
              <a:rPr lang="en-US" dirty="0" smtClean="0"/>
              <a:t>✔ Multi-language SAST</a:t>
            </a:r>
            <a:br>
              <a:rPr lang="en-US" dirty="0" smtClean="0"/>
            </a:br>
            <a:r>
              <a:rPr lang="en-US" dirty="0" smtClean="0"/>
              <a:t>✔ Dependency scanning</a:t>
            </a:r>
            <a:br>
              <a:rPr lang="en-US" dirty="0" smtClean="0"/>
            </a:br>
            <a:r>
              <a:rPr lang="en-US" dirty="0" smtClean="0"/>
              <a:t>✔ Secret detection</a:t>
            </a:r>
            <a:br>
              <a:rPr lang="en-US" dirty="0" smtClean="0"/>
            </a:br>
            <a:r>
              <a:rPr lang="en-US" dirty="0" smtClean="0"/>
              <a:t>✔ Deployment approvals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845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369</Words>
  <Application>Microsoft Office PowerPoint</Application>
  <PresentationFormat>Widescreen</PresentationFormat>
  <Paragraphs>114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 Unicode MS</vt:lpstr>
      <vt:lpstr>Arial</vt:lpstr>
      <vt:lpstr>Calibri</vt:lpstr>
      <vt:lpstr>Calibri Light</vt:lpstr>
      <vt:lpstr>Office Theme</vt:lpstr>
      <vt:lpstr>Enterprise DevSecOps pipeline design using GitHub Actions</vt:lpstr>
      <vt:lpstr>PowerPoint Presentation</vt:lpstr>
      <vt:lpstr>Enterprise DevSecOps Workflow Architecture</vt:lpstr>
      <vt:lpstr>2. Enterprise Branching Strategy</vt:lpstr>
      <vt:lpstr>GitHub Branch Protection (Quality Gates)</vt:lpstr>
      <vt:lpstr>Required status checks:</vt:lpstr>
      <vt:lpstr>Enterprise Quality Gate Logic merged allow only</vt:lpstr>
      <vt:lpstr>7. Enterprise Deployment Approval Gate</vt:lpstr>
      <vt:lpstr>Final Enterprise DevSecOps Flow</vt:lpstr>
      <vt:lpstr>What Makes This Enterprise Grade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DevSecOps pipeline design using GitHub Actions</dc:title>
  <dc:creator>Microsoft account</dc:creator>
  <cp:lastModifiedBy>Microsoft account</cp:lastModifiedBy>
  <cp:revision>2</cp:revision>
  <dcterms:created xsi:type="dcterms:W3CDTF">2026-03-06T04:12:43Z</dcterms:created>
  <dcterms:modified xsi:type="dcterms:W3CDTF">2026-03-06T04:39:18Z</dcterms:modified>
</cp:coreProperties>
</file>