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8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0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1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6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4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1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2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1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5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CC1DE-DC4B-412C-8702-EC5C18806C5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D3DBC-C588-4FCB-A35E-7B9BEA8D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6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aquasecurity/setup-trivy@v0.2.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/>
              <a:t>Enterprise </a:t>
            </a:r>
            <a:r>
              <a:rPr lang="en-US" sz="1800" b="1" dirty="0" err="1" smtClean="0"/>
              <a:t>DevSecOps</a:t>
            </a:r>
            <a:r>
              <a:rPr lang="en-US" sz="1800" b="1" dirty="0" smtClean="0"/>
              <a:t> GitHub Actions Pipeline</a:t>
            </a:r>
            <a:r>
              <a:rPr lang="en-US" sz="1800" dirty="0" smtClean="0"/>
              <a:t> automates the complete lifecycle of a </a:t>
            </a:r>
            <a:r>
              <a:rPr lang="en-US" sz="1800" b="1" dirty="0" smtClean="0"/>
              <a:t>React frontend + Spring Boot backend application</a:t>
            </a:r>
            <a:r>
              <a:rPr lang="en-US" sz="1800" dirty="0" smtClean="0"/>
              <a:t> with security scanning, containerization, signing, and </a:t>
            </a:r>
            <a:r>
              <a:rPr lang="en-US" sz="1800" dirty="0" err="1" smtClean="0"/>
              <a:t>GitOps</a:t>
            </a:r>
            <a:r>
              <a:rPr lang="en-US" sz="1800" dirty="0" smtClean="0"/>
              <a:t> deployment. Below is a </a:t>
            </a:r>
            <a:r>
              <a:rPr lang="en-US" sz="1800" b="1" dirty="0" smtClean="0"/>
              <a:t>step-by-step explanation of the entire workflow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88" y="1047404"/>
            <a:ext cx="10381211" cy="643284"/>
          </a:xfrm>
        </p:spPr>
        <p:txBody>
          <a:bodyPr>
            <a:noAutofit/>
          </a:bodyPr>
          <a:lstStyle/>
          <a:p>
            <a:r>
              <a:rPr lang="en-US" sz="1200" dirty="0" err="1" smtClean="0"/>
              <a:t>Wrokflow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/>
              <a:t>Developer Push Code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Frontend Build (React)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Backend Build (Spring Boot)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Docker Build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err="1" smtClean="0"/>
              <a:t>Trivy</a:t>
            </a:r>
            <a:r>
              <a:rPr lang="en-US" dirty="0" smtClean="0"/>
              <a:t> Security Scan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Push Images to </a:t>
            </a:r>
            <a:r>
              <a:rPr lang="en-US" dirty="0" err="1" smtClean="0"/>
              <a:t>DockerHub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Run Containers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DAST Testing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Image Signing (Cosign)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Update </a:t>
            </a:r>
            <a:r>
              <a:rPr lang="en-US" dirty="0" err="1" smtClean="0"/>
              <a:t>GitOps</a:t>
            </a:r>
            <a:r>
              <a:rPr lang="en-US" dirty="0" smtClean="0"/>
              <a:t> Repo</a:t>
            </a:r>
            <a:br>
              <a:rPr lang="en-US" dirty="0" smtClean="0"/>
            </a:br>
            <a:r>
              <a:rPr lang="en-US" dirty="0" smtClean="0"/>
              <a:t>        │</a:t>
            </a:r>
            <a:br>
              <a:rPr lang="en-US" dirty="0" smtClean="0"/>
            </a:br>
            <a:r>
              <a:rPr lang="en-US" dirty="0" smtClean="0"/>
              <a:t>        ▼</a:t>
            </a:r>
            <a:br>
              <a:rPr lang="en-US" dirty="0" smtClean="0"/>
            </a:br>
            <a:r>
              <a:rPr lang="en-US" dirty="0" smtClean="0"/>
              <a:t>Kubernetes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93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Dependency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npm / Maven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Container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Trivy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Curl +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Image Integrity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GitOps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Separate repo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Secret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GitHub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01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name: Enterprise </a:t>
            </a:r>
            <a:r>
              <a:rPr lang="en-US" dirty="0" err="1" smtClean="0"/>
              <a:t>DevSecOps</a:t>
            </a:r>
            <a:r>
              <a:rPr lang="en-US" dirty="0" smtClean="0"/>
              <a:t> Pipeline</a:t>
            </a:r>
          </a:p>
          <a:p>
            <a:r>
              <a:rPr lang="en-US" dirty="0" smtClean="0"/>
              <a:t>This defines the </a:t>
            </a:r>
            <a:r>
              <a:rPr lang="en-US" b="1" dirty="0" smtClean="0"/>
              <a:t>name of the GitHub Actions workflow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It will appear in the </a:t>
            </a:r>
            <a:r>
              <a:rPr lang="en-US" b="1" dirty="0" smtClean="0"/>
              <a:t>Actions tab</a:t>
            </a:r>
            <a:r>
              <a:rPr lang="en-US" dirty="0" smtClean="0"/>
              <a:t> in GitHub.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29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Trigger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on:</a:t>
            </a:r>
          </a:p>
          <a:p>
            <a:r>
              <a:rPr lang="en-US" dirty="0" smtClean="0"/>
              <a:t>  push:</a:t>
            </a:r>
          </a:p>
          <a:p>
            <a:r>
              <a:rPr lang="en-US" dirty="0" smtClean="0"/>
              <a:t>    branches: [main]</a:t>
            </a:r>
          </a:p>
          <a:p>
            <a:r>
              <a:rPr lang="en-US" dirty="0" smtClean="0"/>
              <a:t>This pipeline will run when we push the code in main branch</a:t>
            </a:r>
          </a:p>
          <a:p>
            <a:r>
              <a:rPr lang="en-US" dirty="0" smtClean="0"/>
              <a:t>Example flow:</a:t>
            </a:r>
          </a:p>
          <a:p>
            <a:r>
              <a:rPr lang="en-US" dirty="0" smtClean="0"/>
              <a:t>Developer pushes code → main branch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GitHub Actions pipeline starts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4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permissions:</a:t>
            </a:r>
          </a:p>
          <a:p>
            <a:r>
              <a:rPr lang="en-US" dirty="0" smtClean="0"/>
              <a:t>  contents: write</a:t>
            </a:r>
          </a:p>
          <a:p>
            <a:r>
              <a:rPr lang="en-US" dirty="0" smtClean="0"/>
              <a:t>  security-events: write</a:t>
            </a:r>
          </a:p>
          <a:p>
            <a:r>
              <a:rPr lang="en-US" dirty="0" smtClean="0"/>
              <a:t>  actions: read</a:t>
            </a:r>
          </a:p>
          <a:p>
            <a:r>
              <a:rPr lang="en-US" dirty="0" smtClean="0"/>
              <a:t>  id-token: write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9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contents: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Allows committing to repo (GitOps update)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security-events: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Upload security scan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actions: 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Read workflow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id-token: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Required for Cosign image signing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0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env</a:t>
            </a:r>
            <a:r>
              <a:rPr lang="en-US" dirty="0" smtClean="0"/>
              <a:t>:</a:t>
            </a:r>
          </a:p>
          <a:p>
            <a:r>
              <a:rPr lang="en-US" dirty="0" smtClean="0"/>
              <a:t>  FRONTEND_IMAGE: ${{ </a:t>
            </a:r>
            <a:r>
              <a:rPr lang="en-US" dirty="0" err="1" smtClean="0"/>
              <a:t>secrets.DOCKER_USERNAME</a:t>
            </a:r>
            <a:r>
              <a:rPr lang="en-US" dirty="0" smtClean="0"/>
              <a:t> }}/frontend</a:t>
            </a:r>
          </a:p>
          <a:p>
            <a:r>
              <a:rPr lang="en-US" dirty="0" smtClean="0"/>
              <a:t>  BACKEND_IMAGE: ${{ </a:t>
            </a:r>
            <a:r>
              <a:rPr lang="en-US" dirty="0" err="1" smtClean="0"/>
              <a:t>secrets.DOCKER_USERNAME</a:t>
            </a:r>
            <a:r>
              <a:rPr lang="en-US" dirty="0" smtClean="0"/>
              <a:t> }}/backend</a:t>
            </a:r>
          </a:p>
          <a:p>
            <a:r>
              <a:rPr lang="en-US" dirty="0" smtClean="0"/>
              <a:t>Defines </a:t>
            </a:r>
            <a:r>
              <a:rPr lang="en-US" b="1" dirty="0" smtClean="0"/>
              <a:t>global variables used in all jobs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If your Docker username is:</a:t>
            </a:r>
          </a:p>
          <a:p>
            <a:r>
              <a:rPr lang="en-US" dirty="0" smtClean="0"/>
              <a:t>If you </a:t>
            </a:r>
            <a:r>
              <a:rPr lang="en-US" dirty="0" err="1" smtClean="0"/>
              <a:t>docker</a:t>
            </a:r>
            <a:r>
              <a:rPr lang="en-US" dirty="0" smtClean="0"/>
              <a:t> username is gopal1409 </a:t>
            </a:r>
          </a:p>
          <a:p>
            <a:r>
              <a:rPr lang="en-US" dirty="0" smtClean="0"/>
              <a:t>gopal1409/frontend</a:t>
            </a:r>
          </a:p>
          <a:p>
            <a:r>
              <a:rPr lang="en-US" dirty="0" smtClean="0"/>
              <a:t>gopal1409/backend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4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1 — Frontend Build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frontend-build:</a:t>
            </a:r>
          </a:p>
          <a:p>
            <a:r>
              <a:rPr lang="en-US" dirty="0" smtClean="0"/>
              <a:t>  runs-on: </a:t>
            </a:r>
            <a:r>
              <a:rPr lang="en-US" dirty="0" err="1" smtClean="0"/>
              <a:t>ubuntu</a:t>
            </a:r>
            <a:r>
              <a:rPr lang="en-US" dirty="0" smtClean="0"/>
              <a:t>-latest</a:t>
            </a:r>
          </a:p>
          <a:p>
            <a:r>
              <a:rPr lang="en-US" dirty="0" smtClean="0"/>
              <a:t>This job builds the </a:t>
            </a:r>
            <a:r>
              <a:rPr lang="en-US" b="1" dirty="0" smtClean="0"/>
              <a:t>React application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Step 1 — Checkout Code</a:t>
            </a:r>
          </a:p>
          <a:p>
            <a:r>
              <a:rPr lang="en-US" dirty="0" smtClean="0"/>
              <a:t>- uses: actions/checkout@v4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25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2 — Setup Node</a:t>
            </a:r>
          </a:p>
          <a:p>
            <a:r>
              <a:rPr lang="en-US" dirty="0" smtClean="0"/>
              <a:t>- uses: actions/setup-node@v4</a:t>
            </a:r>
          </a:p>
          <a:p>
            <a:r>
              <a:rPr lang="en-US" dirty="0" smtClean="0"/>
              <a:t>  with:</a:t>
            </a:r>
          </a:p>
          <a:p>
            <a:r>
              <a:rPr lang="en-US" dirty="0" smtClean="0"/>
              <a:t>    node-version: 20</a:t>
            </a:r>
          </a:p>
          <a:p>
            <a:r>
              <a:rPr lang="en-US" dirty="0" smtClean="0"/>
              <a:t>Installs </a:t>
            </a:r>
            <a:r>
              <a:rPr lang="en-US" b="1" dirty="0" smtClean="0"/>
              <a:t>Node.js version 20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Required to build React.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0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Step 3 — Fix </a:t>
            </a:r>
            <a:r>
              <a:rPr lang="en-US" dirty="0" err="1" smtClean="0"/>
              <a:t>npm</a:t>
            </a:r>
            <a:r>
              <a:rPr lang="en-US" dirty="0" smtClean="0"/>
              <a:t> Bug</a:t>
            </a:r>
          </a:p>
          <a:p>
            <a:r>
              <a:rPr lang="en-US" dirty="0" smtClean="0"/>
              <a:t>cd frontend</a:t>
            </a:r>
          </a:p>
          <a:p>
            <a:r>
              <a:rPr lang="en-US" dirty="0" err="1" smtClean="0"/>
              <a:t>rm</a:t>
            </a:r>
            <a:r>
              <a:rPr lang="en-US" dirty="0" smtClean="0"/>
              <a:t> -</a:t>
            </a:r>
            <a:r>
              <a:rPr lang="en-US" dirty="0" err="1" smtClean="0"/>
              <a:t>rf</a:t>
            </a:r>
            <a:r>
              <a:rPr lang="en-US" dirty="0" smtClean="0"/>
              <a:t> </a:t>
            </a:r>
            <a:r>
              <a:rPr lang="en-US" dirty="0" err="1" smtClean="0"/>
              <a:t>node_modules</a:t>
            </a:r>
            <a:endParaRPr lang="en-US" dirty="0" smtClean="0"/>
          </a:p>
          <a:p>
            <a:r>
              <a:rPr lang="en-US" dirty="0" err="1" smtClean="0"/>
              <a:t>rm</a:t>
            </a:r>
            <a:r>
              <a:rPr lang="en-US" dirty="0" smtClean="0"/>
              <a:t> -f package-</a:t>
            </a:r>
            <a:r>
              <a:rPr lang="en-US" dirty="0" err="1" smtClean="0"/>
              <a:t>lock.json</a:t>
            </a:r>
            <a:endParaRPr lang="en-US" dirty="0" smtClean="0"/>
          </a:p>
          <a:p>
            <a:r>
              <a:rPr lang="en-US" dirty="0" err="1" smtClean="0"/>
              <a:t>npm</a:t>
            </a:r>
            <a:r>
              <a:rPr lang="en-US" dirty="0" smtClean="0"/>
              <a:t> install</a:t>
            </a:r>
          </a:p>
          <a:p>
            <a:r>
              <a:rPr lang="en-US" dirty="0" smtClean="0"/>
              <a:t>Purpose:</a:t>
            </a:r>
          </a:p>
          <a:p>
            <a:r>
              <a:rPr lang="en-US" dirty="0" smtClean="0"/>
              <a:t>Fixes </a:t>
            </a:r>
            <a:r>
              <a:rPr lang="en-US" b="1" dirty="0" smtClean="0"/>
              <a:t>optional dependency issue in </a:t>
            </a:r>
            <a:r>
              <a:rPr lang="en-US" b="1" dirty="0" err="1" smtClean="0"/>
              <a:t>npm</a:t>
            </a:r>
            <a:r>
              <a:rPr lang="en-US" dirty="0" smtClean="0"/>
              <a:t>.</a:t>
            </a:r>
          </a:p>
          <a:p>
            <a:r>
              <a:rPr lang="en-US" dirty="0" smtClean="0"/>
              <a:t>Actions:</a:t>
            </a:r>
          </a:p>
          <a:p>
            <a:r>
              <a:rPr lang="en-US" dirty="0" smtClean="0"/>
              <a:t>Remove </a:t>
            </a:r>
            <a:r>
              <a:rPr lang="en-US" dirty="0" err="1" smtClean="0"/>
              <a:t>node_modules</a:t>
            </a:r>
            <a:endParaRPr lang="en-US" dirty="0" smtClean="0"/>
          </a:p>
          <a:p>
            <a:r>
              <a:rPr lang="en-US" dirty="0" smtClean="0"/>
              <a:t>Remove lock file</a:t>
            </a:r>
          </a:p>
          <a:p>
            <a:r>
              <a:rPr lang="en-US" dirty="0" smtClean="0"/>
              <a:t>Reinstall dependencies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4 — Build React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run build</a:t>
            </a:r>
          </a:p>
          <a:p>
            <a:r>
              <a:rPr lang="en-US" dirty="0" smtClean="0"/>
              <a:t>Job 2 — Backend Build</a:t>
            </a:r>
          </a:p>
          <a:p>
            <a:r>
              <a:rPr lang="en-US" dirty="0" smtClean="0"/>
              <a:t>Builds </a:t>
            </a:r>
            <a:r>
              <a:rPr lang="en-US" b="1" dirty="0" smtClean="0"/>
              <a:t>Spring Boot application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- uses: actions/checkout@v4</a:t>
            </a:r>
          </a:p>
          <a:p>
            <a:r>
              <a:rPr lang="en-US" dirty="0" smtClean="0"/>
              <a:t>backend/target/app.jar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8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541"/>
            <a:ext cx="10515600" cy="1325563"/>
          </a:xfrm>
        </p:spPr>
        <p:txBody>
          <a:bodyPr/>
          <a:lstStyle/>
          <a:p>
            <a:r>
              <a:rPr lang="en-US" dirty="0" smtClean="0"/>
              <a:t>Job 3 — Docker Build + Security Scan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-build-scan:</a:t>
            </a:r>
          </a:p>
          <a:p>
            <a:r>
              <a:rPr lang="en-US" dirty="0" smtClean="0"/>
              <a:t>needs: [frontend-build, backend-build]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13906" y="294270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 — Checkout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actions/checkout@v4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76866" y="33582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 2 — Build Frontend Docker Image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docker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build -t frontend-image ./frontend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Creates image: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6866" y="4147653"/>
            <a:ext cx="373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Step 3 — Build Backend Docker Image</a:t>
            </a:r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227666" y="493250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docker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build -t backend-image ./backend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Creates image: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backend-image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8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Trivy</a:t>
            </a:r>
            <a:r>
              <a:rPr lang="en-US" dirty="0" smtClean="0"/>
              <a:t> Security Scanner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uses: </a:t>
            </a:r>
            <a:r>
              <a:rPr lang="en-US" dirty="0" err="1" smtClean="0">
                <a:hlinkClick r:id="rId2"/>
              </a:rPr>
              <a:t>aquasecurity</a:t>
            </a:r>
            <a:r>
              <a:rPr lang="en-US" dirty="0" smtClean="0">
                <a:hlinkClick r:id="rId2"/>
              </a:rPr>
              <a:t>/setup-trivy@v0.2.0</a:t>
            </a:r>
            <a:endParaRPr lang="en-US" dirty="0" smtClean="0"/>
          </a:p>
          <a:p>
            <a:r>
              <a:rPr lang="en-US" dirty="0" smtClean="0"/>
              <a:t>Installs </a:t>
            </a:r>
            <a:r>
              <a:rPr lang="en-US" b="1" dirty="0" err="1" smtClean="0"/>
              <a:t>Trivy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Trivy</a:t>
            </a:r>
            <a:r>
              <a:rPr lang="en-US" dirty="0" smtClean="0"/>
              <a:t> scans for:</a:t>
            </a:r>
          </a:p>
          <a:p>
            <a:r>
              <a:rPr lang="en-US" dirty="0" smtClean="0"/>
              <a:t>OS vulnerabilities</a:t>
            </a:r>
          </a:p>
          <a:p>
            <a:r>
              <a:rPr lang="en-US" dirty="0" smtClean="0"/>
              <a:t>Package vulnerabilities</a:t>
            </a:r>
          </a:p>
          <a:p>
            <a:r>
              <a:rPr lang="en-US" dirty="0" smtClean="0"/>
              <a:t>Secrets</a:t>
            </a:r>
          </a:p>
          <a:p>
            <a:r>
              <a:rPr lang="en-US" dirty="0" smtClean="0"/>
              <a:t>Misconfigurations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Scan Frontend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trivy image --severity CRITICAL,HIGH,MEDIUM,LOW \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--format sarif -o trivy-results.sarif frontend-image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Scan severity levels: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CRITICAL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HIGH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MEDIUM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Output format: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SARIF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4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Scan Backend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trivy image --severity CRITICAL,HIGH,MEDIUM,LOW \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--format sarif -o trivy-results.sarif backend-image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Same scan for backend.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1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Upload Scan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/>
          <a:lstStyle/>
          <a:p>
            <a:r>
              <a:rPr lang="en-US" dirty="0" smtClean="0"/>
              <a:t>uses: </a:t>
            </a:r>
            <a:r>
              <a:rPr lang="en-US" dirty="0" err="1" smtClean="0"/>
              <a:t>github</a:t>
            </a:r>
            <a:r>
              <a:rPr lang="en-US" dirty="0" smtClean="0"/>
              <a:t>/</a:t>
            </a:r>
            <a:r>
              <a:rPr lang="en-US" dirty="0" err="1" smtClean="0"/>
              <a:t>codeql</a:t>
            </a:r>
            <a:r>
              <a:rPr lang="en-US" dirty="0" smtClean="0"/>
              <a:t>-action/upload-sarif@v4</a:t>
            </a:r>
          </a:p>
          <a:p>
            <a:r>
              <a:rPr lang="en-US" dirty="0" smtClean="0"/>
              <a:t>Uploads results to </a:t>
            </a:r>
            <a:r>
              <a:rPr lang="en-US" b="1" dirty="0" smtClean="0"/>
              <a:t>GitHub Security Dashboard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Repository</a:t>
            </a:r>
          </a:p>
          <a:p>
            <a:r>
              <a:rPr lang="en-US" dirty="0" smtClean="0"/>
              <a:t> → Security</a:t>
            </a:r>
          </a:p>
          <a:p>
            <a:r>
              <a:rPr lang="en-US" dirty="0" smtClean="0"/>
              <a:t> → Code scanning alerts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2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53784"/>
          </a:xfrm>
        </p:spPr>
        <p:txBody>
          <a:bodyPr>
            <a:noAutofit/>
          </a:bodyPr>
          <a:lstStyle/>
          <a:p>
            <a:r>
              <a:rPr lang="en-US" sz="1400" dirty="0" smtClean="0"/>
              <a:t>Developer Commit</a:t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smtClean="0"/>
              <a:t>GitHub Actions </a:t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├── Build Docker Images</a:t>
            </a:r>
            <a:br>
              <a:rPr lang="en-US" sz="1400" dirty="0" smtClean="0"/>
            </a:br>
            <a:r>
              <a:rPr lang="en-US" sz="1400" dirty="0" smtClean="0"/>
              <a:t>        ├── Push to </a:t>
            </a:r>
            <a:r>
              <a:rPr lang="en-US" sz="1400" dirty="0" err="1" smtClean="0"/>
              <a:t>DockerHub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smtClean="0"/>
              <a:t>docker.io/gopal1409/backend:&lt;</a:t>
            </a:r>
            <a:r>
              <a:rPr lang="en-US" sz="1400" dirty="0" err="1" smtClean="0"/>
              <a:t>sha</a:t>
            </a:r>
            <a:r>
              <a:rPr lang="en-US" sz="1400" dirty="0" smtClean="0"/>
              <a:t>&gt;</a:t>
            </a:r>
            <a:br>
              <a:rPr lang="en-US" sz="1400" dirty="0" smtClean="0"/>
            </a:br>
            <a:r>
              <a:rPr lang="en-US" sz="1400" dirty="0" smtClean="0"/>
              <a:t>docker.io/gopal1409/frontend:&lt;</a:t>
            </a:r>
            <a:r>
              <a:rPr lang="en-US" sz="1400" dirty="0" err="1" smtClean="0"/>
              <a:t>sha</a:t>
            </a:r>
            <a:r>
              <a:rPr lang="en-US" sz="1400" dirty="0" smtClean="0"/>
              <a:t>&gt;</a:t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smtClean="0"/>
              <a:t>update-</a:t>
            </a:r>
            <a:r>
              <a:rPr lang="en-US" sz="1400" dirty="0" err="1" smtClean="0"/>
              <a:t>gitops</a:t>
            </a:r>
            <a:r>
              <a:rPr lang="en-US" sz="1400" dirty="0" smtClean="0"/>
              <a:t> Job</a:t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smtClean="0"/>
              <a:t>Updates</a:t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base/backend-</a:t>
            </a:r>
            <a:r>
              <a:rPr lang="en-US" sz="1400" dirty="0" err="1" smtClean="0"/>
              <a:t>deployment.yaml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base/frontend-</a:t>
            </a:r>
            <a:r>
              <a:rPr lang="en-US" sz="1400" dirty="0" err="1" smtClean="0"/>
              <a:t>deployment.yaml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smtClean="0"/>
              <a:t>Push to </a:t>
            </a:r>
            <a:r>
              <a:rPr lang="en-US" sz="1400" dirty="0" err="1" smtClean="0"/>
              <a:t>skyproject-gitops</a:t>
            </a:r>
            <a:r>
              <a:rPr lang="en-US" sz="1400" dirty="0" smtClean="0"/>
              <a:t> repo</a:t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err="1" smtClean="0"/>
              <a:t>ArgoCD</a:t>
            </a:r>
            <a:r>
              <a:rPr lang="en-US" sz="1400" dirty="0" smtClean="0"/>
              <a:t> detects change</a:t>
            </a:r>
            <a:br>
              <a:rPr lang="en-US" sz="1400" dirty="0" smtClean="0"/>
            </a:br>
            <a:r>
              <a:rPr lang="en-US" sz="1400" dirty="0" smtClean="0"/>
              <a:t>        │</a:t>
            </a:r>
            <a:br>
              <a:rPr lang="en-US" sz="1400" dirty="0" smtClean="0"/>
            </a:br>
            <a:r>
              <a:rPr lang="en-US" sz="1400" dirty="0" smtClean="0"/>
              <a:t>        ▼</a:t>
            </a:r>
            <a:br>
              <a:rPr lang="en-US" sz="1400" dirty="0" smtClean="0"/>
            </a:br>
            <a:r>
              <a:rPr lang="en-US" sz="1400" dirty="0" smtClean="0"/>
              <a:t>Kubernetes Deployment Updated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481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454</Words>
  <Application>Microsoft Office PowerPoint</Application>
  <PresentationFormat>Widescreen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Unicode MS</vt:lpstr>
      <vt:lpstr>Arial</vt:lpstr>
      <vt:lpstr>Calibri</vt:lpstr>
      <vt:lpstr>Calibri Light</vt:lpstr>
      <vt:lpstr>Office Theme</vt:lpstr>
      <vt:lpstr>Enterprise DevSecOps GitHub Actions Pipeline automates the complete lifecycle of a React frontend + Spring Boot backend application with security scanning, containerization, signing, and GitOps deployment. Below is a step-by-step explanation of the entire workflow.</vt:lpstr>
      <vt:lpstr>Wrokflow</vt:lpstr>
      <vt:lpstr>PowerPoint Presentation</vt:lpstr>
      <vt:lpstr>Workflow Name</vt:lpstr>
      <vt:lpstr>Workflow Trigger</vt:lpstr>
      <vt:lpstr>Permissions</vt:lpstr>
      <vt:lpstr>PowerPoint Presentation</vt:lpstr>
      <vt:lpstr>Environment Variables</vt:lpstr>
      <vt:lpstr>Job 1 — Frontend Build</vt:lpstr>
      <vt:lpstr>Job2</vt:lpstr>
      <vt:lpstr>PowerPoint Presentation</vt:lpstr>
      <vt:lpstr>PowerPoint Presentation</vt:lpstr>
      <vt:lpstr>Job 3 — Docker Build + Security Scan</vt:lpstr>
      <vt:lpstr>Install Trivy Security Scanner</vt:lpstr>
      <vt:lpstr>PowerPoint Presentation</vt:lpstr>
      <vt:lpstr>PowerPoint Presentation</vt:lpstr>
      <vt:lpstr>Upload Scan Results</vt:lpstr>
      <vt:lpstr>Developer Commit         │         ▼ GitHub Actions          │         ├── Build Docker Images         ├── Push to DockerHub         │         ▼ docker.io/gopal1409/backend:&lt;sha&gt; docker.io/gopal1409/frontend:&lt;sha&gt;         │         ▼ update-gitops Job         │         ▼ Updates  base/backend-deployment.yaml base/frontend-deployment.yaml         │         ▼ Push to skyproject-gitops repo         │         ▼ ArgoCD detects change         │         ▼ Kubernetes Deployment Updated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DevSecOps GitHub Actions Pipeline automates the complete lifecycle of a React frontend + Spring Boot backend application with security scanning, containerization, signing, and GitOps deployment. Below is a step-by-step explanation of the entire workflow.</dc:title>
  <dc:creator>Microsoft account</dc:creator>
  <cp:lastModifiedBy>Microsoft account</cp:lastModifiedBy>
  <cp:revision>4</cp:revision>
  <dcterms:created xsi:type="dcterms:W3CDTF">2026-03-09T04:12:52Z</dcterms:created>
  <dcterms:modified xsi:type="dcterms:W3CDTF">2026-03-09T07:52:37Z</dcterms:modified>
</cp:coreProperties>
</file>